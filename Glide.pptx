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868680"/>
            <a:ext cx="5120640" cy="1005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1170432"/>
            <a:ext cx="3840480" cy="100584"/>
          </a:xfrm>
          <a:prstGeom prst="roundRect">
            <a:avLst>
              <a:gd name="adj" fmla="val 50000"/>
            </a:avLst>
          </a:prstGeom>
          <a:solidFill>
            <a:srgbClr val="FBBF24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57055" y="1472184"/>
            <a:ext cx="2834640" cy="100584"/>
          </a:xfrm>
          <a:prstGeom prst="roundRect">
            <a:avLst>
              <a:gd name="adj" fmla="val 50000"/>
            </a:avLst>
          </a:prstGeom>
          <a:solidFill>
            <a:srgbClr val="38BDF8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&amp; MIGRATION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1800" dirty="0"/>
          </a:p>
        </p:txBody>
      </p:sp>
      <p:sp>
        <p:nvSpPr>
          <p:cNvPr id="7" name="Shape 5"/>
          <p:cNvSpPr/>
          <p:nvPr/>
        </p:nvSpPr>
        <p:spPr>
          <a:xfrm>
            <a:off x="713232" y="3456432"/>
            <a:ext cx="2148840" cy="1005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drives the Cloudflare API to onboard and migrate teams — with every change held for human approval.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13232" y="5029200"/>
            <a:ext cx="1002182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5029200"/>
            <a:ext cx="10021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16582" y="5029200"/>
            <a:ext cx="179222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6582" y="502920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09974" y="502920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09974" y="50292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09590" y="5029200"/>
            <a:ext cx="2779776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9590" y="5029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90534" y="5029200"/>
            <a:ext cx="159471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0534" y="5029200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6263640"/>
            <a:ext cx="10762488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technical overview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635508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1200" dirty="0"/>
          </a:p>
        </p:txBody>
      </p:sp>
      <p:pic>
        <p:nvPicPr>
          <p:cNvPr id="22" name="Cloudflar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9768"/>
            <a:ext cx="1346615" cy="44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Cloudflare account. It does the work — safely.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or migrating a team onto Cloudflare spans DNS, SSL, WAF, cache and more — across dashboards and APIs, where one wrong write can take production down. Glide is a multi-user, real-time chat room that drives the Cloudflare API with persistent memory.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control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requests across every Cloudflare product — DNS, WAF, rate limiting, cache, SSL, Zero Trust, Workers, R2 and more.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+ persistent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 rooms with live state sync. The room remembers accounts, zones and conventions across restarts — no repeating yourself.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Doc-grounded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 and answers grounded in the official Cloudflare docs and admin guidance via Vectorize RAG.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proposes changes; a human approves them. It never mutates your account on its own (see next slide).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now. Writes wait for a human.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inspect the account freely, but it can never change it. Every create / update / delete is turned into a reviewable PendingAction that a person clicks Apply to execute.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18688"/>
            <a:ext cx="2148840" cy="841248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18688"/>
            <a:ext cx="1965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shared room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34640" y="3547872"/>
            <a:ext cx="36576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3172968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+ tools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550408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1" name="Shape 9"/>
          <p:cNvSpPr/>
          <p:nvPr/>
        </p:nvSpPr>
        <p:spPr>
          <a:xfrm>
            <a:off x="5888736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tool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a PendingAction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66176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04504" y="3218688"/>
            <a:ext cx="3063240" cy="841248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218688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clicks Apply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Cloudflare API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0128" y="2395728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0C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23957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Reads (list / get) </a:t>
            </a:r>
            <a:pPr algn="ctr"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immediately — no approval needed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2852928"/>
            <a:ext cx="0" cy="365760"/>
          </a:xfrm>
          <a:prstGeom prst="line">
            <a:avLst/>
          </a:prstGeom>
          <a:noFill/>
          <a:ln w="15875">
            <a:solidFill>
              <a:srgbClr val="38BDF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144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never applies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6112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queues. No write reaches Cloudflare without a click.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01568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913632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reviewable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action shows method, path and JSON body before Apply.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silent clobber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19088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writes re-merge current rules at Apply time.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924544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80576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436608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built in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180576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snapshot captured before Apply as a restore point.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Worker. One Durable Object per room.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331720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 · pending queue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03320" y="2011680"/>
            <a:ext cx="3794760" cy="2103120"/>
          </a:xfrm>
          <a:prstGeom prst="rect">
            <a:avLst/>
          </a:prstGeom>
          <a:solidFill>
            <a:srgbClr val="0F1830"/>
          </a:solidFill>
          <a:ln/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03320" y="2011680"/>
            <a:ext cx="3794760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2194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GlideAgent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959352" y="2560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 · Agents SDK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95928" y="295351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room state in SQLite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state sync over WebSocket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cron · encrypted token vault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011680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2011680"/>
            <a:ext cx="82296" cy="6035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2011680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calling · 128k context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761488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761488"/>
            <a:ext cx="82296" cy="6035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276148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+ CF docs · bge-base 768d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511296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511296"/>
            <a:ext cx="82296" cy="6035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467344" y="351129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API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AES-256-GCM at 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2971800"/>
            <a:ext cx="64008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26791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34656" y="2971800"/>
            <a:ext cx="658368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636422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93792"/>
            <a:ext cx="63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95958" y="5193792"/>
            <a:ext cx="126370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5958" y="5193792"/>
            <a:ext cx="12637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79115" y="5193792"/>
            <a:ext cx="1711757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115" y="5193792"/>
            <a:ext cx="171175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10328" y="5193792"/>
            <a:ext cx="1532534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5193792"/>
            <a:ext cx="15325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 (SPA)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2318" y="5193792"/>
            <a:ext cx="278709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2318" y="5193792"/>
            <a:ext cx="27870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 · weekly docs reindex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tools, one queue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instantly; builders queue writes for approval. Everything is grounded in your account and the docs.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Migrate-vs-fresh branch, doc-grounded questions, auto-ticking go-live checklist.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update_onboarding · find_zone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instant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account, discover IDs, verify current state with no approval.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list_zones · list_dns_records · cf_get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— queue writes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intent into reviewable PendingActions across products.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add_domain · create_dns_record · set_zone_setting · cf_write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migration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Akamai / Fastly / Imperva / Zscaler / PAN-OS config → Cloudflare rules.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preview_provider_migration · queue_migration_rules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permissions, diff against target, validate after Apply, snapshot to roll back.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migration_preflight · snapshot_zone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collaborate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Infrastructure-as-Code and CSV exports; multi-user rooms with invites and memory.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generate_migration_terraform · export_migration_csv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6126480"/>
            <a:ext cx="5120640" cy="73152"/>
          </a:xfrm>
          <a:prstGeom prst="roundRect">
            <a:avLst>
              <a:gd name="adj" fmla="val 50000"/>
            </a:avLst>
          </a:prstGeom>
          <a:solidFill>
            <a:srgbClr val="F97316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635508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9659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provider-config import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417320" y="225856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migration service binding for end-to-end Akamai / Fastly / Imperva / Zscaler migrations (dormant today).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79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284378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first-class builders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13639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tools for Zero Trust (Access / Gateway), Tunnels, Load Balancing and R2 — beyond the generic cf_write.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3630168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85616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85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372160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Apply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Batched, dependency-ordered applies with per-action dry-run diffs and auto-rollback from snapshots on failure.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40080" y="450799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466344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4663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459943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417320" y="489204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Per-room auth / RBAC and exportable audit trails of who queued and applied what.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40080" y="538581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554126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541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417320" y="547725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posture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17320" y="576986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health checks and config-drift detection against a desired baseline.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9098280" y="1874520"/>
            <a:ext cx="2450592" cy="3986784"/>
          </a:xfrm>
          <a:prstGeom prst="rect">
            <a:avLst/>
          </a:prstGeom>
          <a:solidFill>
            <a:srgbClr val="0F183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1874520"/>
            <a:ext cx="2450592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room drives a real Cloudflare account — reads instantly, writes on Apply.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26880" y="4892040"/>
            <a:ext cx="19933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business. Recommend what fits.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mechanical go-live, Glide learns what the team actually does — then proposes the Cloudflare settings, rules and products that fit. Same safety contract: it only queues; a human clicks Apply.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not forms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asks about the business one question at a time — industry, logins &amp; APIs, sensitive data, compliance, traffic — and remembers every answer.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maps that profile to concrete settings and rules — PCI-grade TLS, HSTS, WAF, rate limits, tiered cache — each with a plain-English rationale and a docs link.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queue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the concrete ones straight from the panel. The server rebuilds the exact API call from the trusted profile — never from client input.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just proposals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only queue. A human reviews the method, path and body and clicks Apply — the same contract as every other change.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 — Technical Overview</dc:title>
  <dc:subject>PptxGenJS Presentation</dc:subject>
  <dc:creator>Glide</dc:creator>
  <cp:lastModifiedBy>Glide</cp:lastModifiedBy>
  <cp:revision>1</cp:revision>
  <dcterms:created xsi:type="dcterms:W3CDTF">2026-07-16T20:20:40Z</dcterms:created>
  <dcterms:modified xsi:type="dcterms:W3CDTF">2026-07-16T20:20:40Z</dcterms:modified>
</cp:coreProperties>
</file>