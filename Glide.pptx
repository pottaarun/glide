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13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868680"/>
            <a:ext cx="5120640" cy="1005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8351215" y="1170432"/>
            <a:ext cx="3840480" cy="100584"/>
          </a:xfrm>
          <a:prstGeom prst="roundRect">
            <a:avLst>
              <a:gd name="adj" fmla="val 50000"/>
            </a:avLst>
          </a:prstGeom>
          <a:solidFill>
            <a:srgbClr val="FBBF24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357055" y="1472184"/>
            <a:ext cx="2834640" cy="100584"/>
          </a:xfrm>
          <a:prstGeom prst="roundRect">
            <a:avLst>
              <a:gd name="adj" fmla="val 50000"/>
            </a:avLst>
          </a:prstGeom>
          <a:solidFill>
            <a:srgbClr val="38BDF8">
              <a:alpha val="5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716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&amp; MIGRATION 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6916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1800" dirty="0"/>
          </a:p>
        </p:txBody>
      </p:sp>
      <p:sp>
        <p:nvSpPr>
          <p:cNvPr id="7" name="Shape 5"/>
          <p:cNvSpPr/>
          <p:nvPr/>
        </p:nvSpPr>
        <p:spPr>
          <a:xfrm>
            <a:off x="713232" y="3456432"/>
            <a:ext cx="2148840" cy="1005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379476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that drives the Cloudflare API to onboard and migrate teams — with every change held for human approval.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13232" y="5029200"/>
            <a:ext cx="1002182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5029200"/>
            <a:ext cx="10021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916582" y="5029200"/>
            <a:ext cx="1792224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16582" y="502920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Objects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909974" y="5029200"/>
            <a:ext cx="1298448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09974" y="50292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SDK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09590" y="5029200"/>
            <a:ext cx="2779776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09590" y="5029200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AI · gpt-oss-120b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90534" y="5029200"/>
            <a:ext cx="1594714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90534" y="5029200"/>
            <a:ext cx="1594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 RAG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13232" y="6263640"/>
            <a:ext cx="10762488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technical overview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6355080"/>
            <a:ext cx="6446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glide.arunpotta1024.workers.dev</a:t>
            </a:r>
            <a:endParaRPr lang="en-US" sz="1200" dirty="0"/>
          </a:p>
        </p:txBody>
      </p:sp>
      <p:pic>
        <p:nvPicPr>
          <p:cNvPr id="22" name="Cloudflar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9768"/>
            <a:ext cx="1346615" cy="445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your Cloudflare account. It does the work — safely.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or migrating a team onto Cloudflare spans DNS, SSL, WAF, cache and more — across dashboards and APIs, where one wrong write can take production down. Glide is a multi-user, real-time chat room that drives the Cloudflare API with persistent memory.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697480"/>
            <a:ext cx="91440" cy="157276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95097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Conversational control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5097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Plain-English requests across every Cloudflare product — DNS, WAF, rate limiting, cache, SSL, Zero Trust, Workers, R2 and more.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2697480"/>
            <a:ext cx="91440" cy="15727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57453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 + persistent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7453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Multi-user rooms with live state sync. The room remembers accounts, zones and conventions across restarts — no repeating yourself.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434840"/>
            <a:ext cx="91440" cy="15727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Doc-grounded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5097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onboarding and answers grounded in the official Cloudflare docs and admin guidance via Vectorize RAG.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4434840"/>
            <a:ext cx="91440" cy="157276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657453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by default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57453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 proposes changes; a human approves them. It never mutates your account on its own (see next slide).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CONTRACT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run now. Writes wait for a human.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can inspect the account freely, but it can never change it. Every create / update / delete is turned into a reviewable PendingAction that a person clicks Apply to execute.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218688"/>
            <a:ext cx="2148840" cy="841248"/>
          </a:xfrm>
          <a:prstGeom prst="roundRect">
            <a:avLst>
              <a:gd name="adj" fmla="val 10870"/>
            </a:avLst>
          </a:prstGeom>
          <a:solidFill>
            <a:srgbClr val="111A2E"/>
          </a:solidFill>
          <a:ln w="15875">
            <a:solidFill>
              <a:srgbClr val="1B274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3218688"/>
            <a:ext cx="1965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request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shared room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834640" y="3547872"/>
            <a:ext cx="36576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8" name="Shape 6"/>
          <p:cNvSpPr/>
          <p:nvPr/>
        </p:nvSpPr>
        <p:spPr>
          <a:xfrm>
            <a:off x="3172968" y="3218688"/>
            <a:ext cx="2331720" cy="841248"/>
          </a:xfrm>
          <a:prstGeom prst="roundRect">
            <a:avLst>
              <a:gd name="adj" fmla="val 10870"/>
            </a:avLst>
          </a:prstGeom>
          <a:solidFill>
            <a:srgbClr val="241633"/>
          </a:solidFill>
          <a:ln w="15875">
            <a:solidFill>
              <a:srgbClr val="8B5CF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64408" y="321868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 + tools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550408" y="3547872"/>
            <a:ext cx="365760" cy="182880"/>
          </a:xfrm>
          <a:prstGeom prst="rightArrow">
            <a:avLst/>
          </a:prstGeom>
          <a:solidFill>
            <a:srgbClr val="F97316"/>
          </a:solidFill>
          <a:ln/>
        </p:spPr>
      </p:sp>
      <p:sp>
        <p:nvSpPr>
          <p:cNvPr id="11" name="Shape 9"/>
          <p:cNvSpPr/>
          <p:nvPr/>
        </p:nvSpPr>
        <p:spPr>
          <a:xfrm>
            <a:off x="5888736" y="3218688"/>
            <a:ext cx="2331720" cy="841248"/>
          </a:xfrm>
          <a:prstGeom prst="roundRect">
            <a:avLst>
              <a:gd name="adj" fmla="val 10870"/>
            </a:avLst>
          </a:prstGeom>
          <a:solidFill>
            <a:srgbClr val="3A1E0B"/>
          </a:solidFill>
          <a:ln w="15875">
            <a:solidFill>
              <a:srgbClr val="F9731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80176" y="321868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 tool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queues a PendingAction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66176" y="3547872"/>
            <a:ext cx="365760" cy="182880"/>
          </a:xfrm>
          <a:prstGeom prst="rightArrow">
            <a:avLst/>
          </a:prstGeom>
          <a:solidFill>
            <a:srgbClr val="F97316"/>
          </a:solidFill>
          <a:ln/>
        </p:spPr>
      </p:sp>
      <p:sp>
        <p:nvSpPr>
          <p:cNvPr id="14" name="Shape 12"/>
          <p:cNvSpPr/>
          <p:nvPr/>
        </p:nvSpPr>
        <p:spPr>
          <a:xfrm>
            <a:off x="8604504" y="3218688"/>
            <a:ext cx="3063240" cy="841248"/>
          </a:xfrm>
          <a:prstGeom prst="roundRect">
            <a:avLst>
              <a:gd name="adj" fmla="val 10870"/>
            </a:avLst>
          </a:prstGeom>
          <a:solidFill>
            <a:srgbClr val="F97316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95944" y="3218688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clicks Apply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Cloudflare API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310128" y="2395728"/>
            <a:ext cx="5486400" cy="457200"/>
          </a:xfrm>
          <a:prstGeom prst="roundRect">
            <a:avLst>
              <a:gd name="adj" fmla="val 50000"/>
            </a:avLst>
          </a:prstGeom>
          <a:solidFill>
            <a:srgbClr val="0C2233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23957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Reads (list / get) </a:t>
            </a:r>
            <a:pPr algn="ctr" indent="0" marL="0">
              <a:buNone/>
            </a:pPr>
            <a:r>
              <a:rPr lang="en-US" sz="12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immediately — no approval needed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26280" y="2852928"/>
            <a:ext cx="0" cy="365760"/>
          </a:xfrm>
          <a:prstGeom prst="line">
            <a:avLst/>
          </a:prstGeom>
          <a:noFill/>
          <a:ln w="15875">
            <a:solidFill>
              <a:srgbClr val="38BDF8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40080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1152144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never applies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96112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only queues. No write reaches Cloudflare without a click.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401568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3913632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reviewable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657600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action shows method, path and JSON body before Apply.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63056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19088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9" name="Text 27"/>
          <p:cNvSpPr/>
          <p:nvPr/>
        </p:nvSpPr>
        <p:spPr>
          <a:xfrm>
            <a:off x="6675120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silent clobber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19088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Ruleset writes re-merge current rules at Apply time.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924544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80576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3" name="Text 31"/>
          <p:cNvSpPr/>
          <p:nvPr/>
        </p:nvSpPr>
        <p:spPr>
          <a:xfrm>
            <a:off x="9436608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blind retries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9180576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Interrupted or 5xx writes are flagged uncertain — never blindly retried.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Worker. One Durable Object per room.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3317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286000"/>
            <a:ext cx="2331720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client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UI · pending queue · admin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703320" y="2011680"/>
            <a:ext cx="3794760" cy="2103120"/>
          </a:xfrm>
          <a:prstGeom prst="rect">
            <a:avLst/>
          </a:prstGeom>
          <a:solidFill>
            <a:srgbClr val="0F1830"/>
          </a:solidFill>
          <a:ln/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703320" y="2011680"/>
            <a:ext cx="3794760" cy="91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3959352" y="21945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GlideAgent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959352" y="25603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Object · Agents SDK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95928" y="295351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room state in SQLite</a:t>
            </a:r>
            <a:endParaRPr lang="en-US" sz="1150" dirty="0"/>
          </a:p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state sync over WebSocket</a:t>
            </a:r>
            <a:endParaRPr lang="en-US" sz="1150" dirty="0"/>
          </a:p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/ cron · encrypted token vault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0" y="2011680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0" y="2011680"/>
            <a:ext cx="82296" cy="6035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8467344" y="2011680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AI · gpt-oss-120b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calling · 128k context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2761488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2761488"/>
            <a:ext cx="82296" cy="6035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8467344" y="276148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 RAG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+ CF docs · bge-base 768d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3511296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0" y="3511296"/>
            <a:ext cx="82296" cy="6035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8467344" y="351129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API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AES-256-GCM at rest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17520" y="2971800"/>
            <a:ext cx="64008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3" name="Text 21"/>
          <p:cNvSpPr/>
          <p:nvPr/>
        </p:nvSpPr>
        <p:spPr>
          <a:xfrm>
            <a:off x="2926080" y="267919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sync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34656" y="2971800"/>
            <a:ext cx="658368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193792"/>
            <a:ext cx="636422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193792"/>
            <a:ext cx="6364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495958" y="5193792"/>
            <a:ext cx="1263701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495958" y="5193792"/>
            <a:ext cx="12637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VECTORIZE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979115" y="5193792"/>
            <a:ext cx="1711757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9115" y="5193792"/>
            <a:ext cx="171175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Durable Object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10328" y="5193792"/>
            <a:ext cx="1532534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0328" y="5193792"/>
            <a:ext cx="153253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 (SPA)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62318" y="5193792"/>
            <a:ext cx="2787091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62318" y="5193792"/>
            <a:ext cx="27870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 · weekly docs reindex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tools, one queue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run instantly; builders queue writes for approval. Everything is grounded in your account and the docs.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3502152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onboarding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Migrate-vs-fresh branch, doc-grounded questions, auto-ticking go-live checklist.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update_onboarding · find_zone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279392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79392" y="2011680"/>
            <a:ext cx="3502152" cy="8229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4535424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— instant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535424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the account, discover IDs, verify current state with no approval.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35424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5424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list_zones · list_dns_records · cf_get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7918704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918704" y="2011680"/>
            <a:ext cx="3502152" cy="8229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— queue writes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174736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intent into reviewable PendingActions across products.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74736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74736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add_domain · create_dns_record · set_zone_setting · cf_write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40080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4151376"/>
            <a:ext cx="3502152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migration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96112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Akamai / Fastly / Imperva / Zscaler / PAN-OS config → Cloudflare rules.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96112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preview_provider_migration · queue_migration_rules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279392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4151376"/>
            <a:ext cx="3502152" cy="82296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2" name="Text 30"/>
          <p:cNvSpPr/>
          <p:nvPr/>
        </p:nvSpPr>
        <p:spPr>
          <a:xfrm>
            <a:off x="4535424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net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535424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Pre-flight permissions, diff against the target zone, and Apply-time ruleset re-merge so writes never clobber existing rules.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35424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35424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migration_preflight · migration_diff_report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7918704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18704" y="4151376"/>
            <a:ext cx="3502152" cy="8229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8" name="Text 36"/>
          <p:cNvSpPr/>
          <p:nvPr/>
        </p:nvSpPr>
        <p:spPr>
          <a:xfrm>
            <a:off x="8174736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 &amp; govern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8174736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rooms (owner / member / viewer) with invites, owner-only delete, an exportable audit trail, and an all-rooms admin view.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174736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4736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setMemberRole · getAuditLog · setRoomName · destroyRoom · export_migration_csv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6126480"/>
            <a:ext cx="5120640" cy="73152"/>
          </a:xfrm>
          <a:prstGeom prst="roundRect">
            <a:avLst>
              <a:gd name="adj" fmla="val 50000"/>
            </a:avLst>
          </a:prstGeom>
          <a:solidFill>
            <a:srgbClr val="F97316">
              <a:alpha val="8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6355080"/>
            <a:ext cx="3657600" cy="73152"/>
          </a:xfrm>
          <a:prstGeom prst="roundRect">
            <a:avLst>
              <a:gd name="adj" fmla="val 50000"/>
            </a:avLst>
          </a:prstGeom>
          <a:solidFill>
            <a:srgbClr val="FBBF24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029968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29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196596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 provider-config import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417320" y="225856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the migration service binding for end-to-end Akamai / Fastly / Imperva / Zscaler migrations (dormant today).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40080" y="2953512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3108960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1089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304495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first-class builders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17320" y="333756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tools for Zero Trust (Access / Gateway), Tunnels, Load Balancing and R2 — beyond the generic cf_write.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40080" y="4032504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4187952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4187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4123944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Safer Apply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417320" y="441655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Batched, dependency-ordered applies with per-action dry-run diffs and auto-rollback from snapshots on failure.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640080" y="5111496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52669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52669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17320" y="520293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posture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417320" y="5495544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health checks and config-drift detection against a desired baseline.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9098280" y="1874520"/>
            <a:ext cx="2450592" cy="3986784"/>
          </a:xfrm>
          <a:prstGeom prst="rect">
            <a:avLst/>
          </a:prstGeom>
          <a:solidFill>
            <a:srgbClr val="0F183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98280" y="1874520"/>
            <a:ext cx="2450592" cy="91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3" name="Text 31"/>
          <p:cNvSpPr/>
          <p:nvPr/>
        </p:nvSpPr>
        <p:spPr>
          <a:xfrm>
            <a:off x="9326880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326880" y="269748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room drives a real Cloudflare account — reads instantly, writes on Apply.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326880" y="4892040"/>
            <a:ext cx="1993392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26880" y="5029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32688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glide.arunpotta1024.workers.dev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RECOMMENDATIONS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the business. Recommend what fits.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 mechanical go-live, Glide learns what the team actually does — then proposes the Cloudflare settings, rules and products that fit. Same safety contract: it only queues; a human clicks Apply.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697480"/>
            <a:ext cx="91440" cy="157276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95097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not forms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5097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required, interleaved part of onboarding — Glide asks one question at a time (industry, logins &amp; APIs, sensitive data, compliance, traffic) and never finishes with an empty profile.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2697480"/>
            <a:ext cx="91440" cy="15727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57453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recommendations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7453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maps that profile to concrete settings and rules — PCI-grade TLS, HSTS, WAF, rate limits, tiered cache — each with a plain-English rationale and a docs link.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434840"/>
            <a:ext cx="91440" cy="15727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queue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5097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the concrete ones straight from the panel. The server rebuilds the exact API call from the trusted profile — never from client input.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4434840"/>
            <a:ext cx="91440" cy="157276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657453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just proposals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57453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only queue. A human reviews the method, path and body and clicks Apply — the same contract as every other change.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Cloudflare onboarding agent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Glide — Technical Overview</dc:title>
  <dc:subject>PptxGenJS Presentation</dc:subject>
  <dc:creator>Glide</dc:creator>
  <cp:lastModifiedBy>Glide</cp:lastModifiedBy>
  <cp:revision>1</cp:revision>
  <dcterms:created xsi:type="dcterms:W3CDTF">2026-07-16T20:20:40Z</dcterms:created>
  <dcterms:modified xsi:type="dcterms:W3CDTF">2026-07-16T20:20:40Z</dcterms:modified>
</cp:coreProperties>
</file>